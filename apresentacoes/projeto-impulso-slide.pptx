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Impulso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benefícios da nova plataforma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61320" y="3200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01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&amp; Integração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2194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única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CNPJ em um único lugar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das bases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Receita Federal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478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42232" y="1801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Comercial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2468880"/>
            <a:ext cx="2194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cota em um único lugar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acordos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Automatização das políticas comerciais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homologações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27064" y="160020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50024" y="1801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&amp; Controle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468880"/>
            <a:ext cx="2194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ressarcimento mais controlado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investimento mais rápida e fluida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usuários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acordos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centralizado de acesso master (redes e distribuidores)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1600200"/>
            <a:ext cx="2651760" cy="48463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63456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34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957816" y="18013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de Uso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63456" y="2468880"/>
            <a:ext cx="2194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amistosa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dos últimos períodos em tela única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Digitação de pedido mais intuitiva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pedidos mais intuitiva, com simplificações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2026-09-18T10:39:31Z</dcterms:created>
  <dcterms:modified xsi:type="dcterms:W3CDTF">2026-09-18T10:39:31Z</dcterms:modified>
</cp:coreProperties>
</file>