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 Impulso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benefícios da nova plataforma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561320" y="32004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61320" y="32004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2651760" cy="4846320"/>
          </a:xfrm>
          <a:prstGeom prst="roundRect">
            <a:avLst>
              <a:gd name="adj" fmla="val 2759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0136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&amp; Integração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468880"/>
            <a:ext cx="21945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única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CNPJ em um único lugar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das bases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com a Receita Federal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19272" y="1600200"/>
            <a:ext cx="2651760" cy="4846320"/>
          </a:xfrm>
          <a:prstGeom prst="roundRect">
            <a:avLst>
              <a:gd name="adj" fmla="val 2759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47872" y="1828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478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142232" y="180136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Comercial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547872" y="2468880"/>
            <a:ext cx="21945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da cota em um único lugar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 de acordos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Automatização das políticas comerciais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de homologações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27064" y="1600200"/>
            <a:ext cx="2651760" cy="4846320"/>
          </a:xfrm>
          <a:prstGeom prst="roundRect">
            <a:avLst>
              <a:gd name="adj" fmla="val 2759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55664" y="1828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5566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050024" y="180136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&amp; Controle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55664" y="2468880"/>
            <a:ext cx="21945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de ressarcimento mais controlado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de investimento mais rápida e fluida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de usuários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de acordos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centralizado de acesso master (redes e distribuidores)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134856" y="1600200"/>
            <a:ext cx="2651760" cy="4846320"/>
          </a:xfrm>
          <a:prstGeom prst="roundRect">
            <a:avLst>
              <a:gd name="adj" fmla="val 2759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63456" y="1828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6345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957816" y="180136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Experiência de Uso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363456" y="2468880"/>
            <a:ext cx="21945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amistosa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dos últimos períodos em tela única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Digitação de pedido mais intuitiva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pedidos mais intuitiva, com simplificações</a:t>
            </a:r>
            <a:endParaRPr lang="en-US" sz="1150" dirty="0"/>
          </a:p>
          <a:p>
            <a:pPr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0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IA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▫"/>
            </a:pPr>
            <a:r>
              <a:rPr lang="en-US" sz="1150" i="1" dirty="0">
                <a:solidFill>
                  <a:srgbClr val="5B6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de dados via IA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▫"/>
            </a:pPr>
            <a:r>
              <a:rPr lang="en-US" sz="1150" i="1" dirty="0">
                <a:solidFill>
                  <a:srgbClr val="5B6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Sugestão de pedidos e consumo por histórico do CNPJ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▫"/>
            </a:pPr>
            <a:r>
              <a:rPr lang="en-US" sz="1150" i="1" dirty="0">
                <a:solidFill>
                  <a:srgbClr val="5B6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 crescimento (%) sugerida em tela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2026-09-18T10:53:22Z</dcterms:created>
  <dcterms:modified xsi:type="dcterms:W3CDTF">2026-09-18T10:53:22Z</dcterms:modified>
</cp:coreProperties>
</file>